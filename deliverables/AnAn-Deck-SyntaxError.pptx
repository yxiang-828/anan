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822960"/>
            <a:ext cx="2011680" cy="2011680"/>
          </a:xfrm>
          <a:prstGeom prst="ellipse">
            <a:avLst/>
          </a:prstGeom>
          <a:solidFill>
            <a:srgbClr val="FFD97D"/>
          </a:solidFill>
          <a:ln/>
        </p:spPr>
      </p:sp>
      <p:sp>
        <p:nvSpPr>
          <p:cNvPr id="3" name="Shape 1"/>
          <p:cNvSpPr/>
          <p:nvPr/>
        </p:nvSpPr>
        <p:spPr>
          <a:xfrm rot="1440000">
            <a:off x="10149840" y="566928"/>
            <a:ext cx="566928" cy="365760"/>
          </a:xfrm>
          <a:prstGeom prst="ellipse">
            <a:avLst/>
          </a:prstGeom>
          <a:solidFill>
            <a:srgbClr val="1D9E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WELL · SOCIAL GOOD CHALLENGE SG · AI AGENT / SKILLS TRACK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安安 AnAn</a:t>
            </a:r>
            <a:endParaRPr lang="en-US" sz="6600" dirty="0"/>
          </a:p>
          <a:p>
            <a:pPr indent="0" marL="0">
              <a:buNone/>
            </a:pPr>
            <a:r>
              <a:rPr lang="en-US" sz="3000" dirty="0">
                <a:solidFill>
                  <a:srgbClr val="FFD9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一个会主动找她的 Agent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is an input.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9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chatbot's input domain is {text}. AnAn's is {time, silence, state}.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solidFill>
            <a:srgbClr val="1D2026"/>
          </a:solidFill>
          <a:ln w="12700">
            <a:solidFill>
              <a:srgbClr val="2C3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TONIGHT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anan-iax1.onrender.com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SyntaxError · Yao Xiang · Built with WorkBuddy × a fleet of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问题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独居不是问题，无人知晓才是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237744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82296" cy="237744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56232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88,400</a:t>
            </a:r>
            <a:endParaRPr lang="en-US" sz="4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户 · 10 年翻倍</a:t>
            </a:r>
            <a:endParaRPr lang="en-US" sz="46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 65+ 独居老人</a:t>
            </a:r>
            <a:endParaRPr lang="en-US" sz="46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DOS / MOH, 2024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288536" y="1691640"/>
            <a:ext cx="3611880" cy="237744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88536" y="1691640"/>
            <a:ext cx="82296" cy="237744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9" name="Text 7"/>
          <p:cNvSpPr/>
          <p:nvPr/>
        </p:nvSpPr>
        <p:spPr>
          <a:xfrm>
            <a:off x="4544568" y="1856232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4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抑郁症状风险</a:t>
            </a:r>
            <a:endParaRPr lang="en-US" sz="46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独居 vs 非独居老人</a:t>
            </a:r>
            <a:endParaRPr lang="en-US" sz="46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Duke-NUS CARE, 2018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8074152" y="1691640"/>
            <a:ext cx="3611880" cy="237744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74152" y="1691640"/>
            <a:ext cx="82296" cy="23774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8330184" y="1856232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S$37k</a:t>
            </a:r>
            <a:endParaRPr lang="en-US" sz="4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人均被骗损失 · 全年龄段最高</a:t>
            </a:r>
            <a:endParaRPr lang="en-US" sz="46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诈骗受害者</a:t>
            </a:r>
            <a:endParaRPr lang="en-US" sz="46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Annual Scams Brief, 2025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她一个人住。她出事的那个早晨，最先知道的人，本来可以不是没人。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· 洞察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被动的工具，等不到主动的她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02336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85.3%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老人会上网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34.7%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老人会网购</a:t>
            </a:r>
            <a:endParaRPr lang="en-US" sz="4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会上网 ≠ 会用。健康 App 的未读角标在她手机上堆成 99+。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422392" cy="4023360"/>
          </a:xfrm>
          <a:prstGeom prst="rect">
            <a:avLst/>
          </a:prstGeom>
          <a:solidFill>
            <a:srgbClr val="14161A"/>
          </a:solidFill>
          <a:ln/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9202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spc="200" kern="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输入域的鸿沟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B9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聊天机器人：{ text }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她不输入，它就不存在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安安：{ time, silence, state }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她的沉默，就是我们的输入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· 我们从哪里开始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不是聊天框，是一个自主有机体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安安的内核器官来自一个 18 篇文献的自主性研究计划——每一条设计法则都由一次真实失败换来。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377440" cy="566928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唤醒只是机会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认知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377440" cy="566928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要不要想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是独立决定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46520" y="2011680"/>
            <a:ext cx="2377440" cy="566928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做不做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又是一个决定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每个动作的七相位流水线（每相位一条回执，可回放）：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1031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03320" y="4069080"/>
            <a:ext cx="1481328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3035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037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4059936"/>
            <a:ext cx="173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04120" y="4069080"/>
            <a:ext cx="1481328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36" name="Text 34"/>
          <p:cNvSpPr/>
          <p:nvPr/>
        </p:nvSpPr>
        <p:spPr>
          <a:xfrm>
            <a:off x="10104120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892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durable inbox · attention scheduler · prospective store · stale-decision revalidation · permission envelope · effect-scope receipts · liveness watchdog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· 骨架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Loop：为一个问题的状态机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4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“她没有回应，接下来会发生什么？”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691640" cy="502920"/>
          </a:xfrm>
          <a:prstGeom prst="rect">
            <a:avLst/>
          </a:prstGeom>
          <a:solidFill>
            <a:srgbClr val="8A847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76272" y="1911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78024" y="1920240"/>
            <a:ext cx="1691640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9" name="Text 7"/>
          <p:cNvSpPr/>
          <p:nvPr/>
        </p:nvSpPr>
        <p:spPr>
          <a:xfrm>
            <a:off x="2478024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CHECKIN_SENT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51376" y="1911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53128" y="1920240"/>
            <a:ext cx="1691640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SILENCE_1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911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28232" y="1920240"/>
            <a:ext cx="1691640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SILENCE_2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01584" y="1911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403336" y="1920240"/>
            <a:ext cx="1691640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8403336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76688" y="1911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378440" y="1920240"/>
            <a:ext cx="1691640" cy="50292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1037844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78892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 主动晨候 → 无回应 → 30′ 换渠道重试 → 仍无回应 → 沿联系人树升级（女儿→儿子→邻居，每一跳独立回执）→ 家属一键回电 → 闭环写入记忆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每次触碰都是心跳：用药确认、语音、任何一次点按都会消解沉默网；她自己的触碰连 ESCALATED 都能直接消解——她的存活性高于一切规则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联系人树真的会走：家属超时未回 → 自动走下一位；树走空 → 更长窗口从头再走——升级永远不会失去发射路径（practical liveness）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0" y="2743200"/>
            <a:ext cx="3913632" cy="301752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772400" y="2743200"/>
            <a:ext cx="39136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MEDIA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替换：控制台 FSM strip 迁移录屏截帧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（silence act 一幕）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EXPLORATION · 设计过程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 个词的问题空间，无偏散布</a:t>
            </a:r>
            <a:endParaRPr lang="en-US" sz="3400" dirty="0"/>
          </a:p>
        </p:txBody>
      </p:sp>
      <p:pic>
        <p:nvPicPr>
          <p:cNvPr id="4" name="Image 0" descr="/workspace/agewell_vocab_polyg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65836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828800"/>
            <a:ext cx="4343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 Agent × 老人 × 需求 三极三元图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= 语义亲和度；颜色 = 三极混合。先铺满，再收敛。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加权收敛矩阵：影响力 / 自主性可见度 / 可行性 / 演示戏剧性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刻意不做：跌倒检测（硬件）· 药品 OCR（30 组会做）· 认知小游戏（scope 爆炸）</a:t>
            </a:r>
            <a:endParaRPr lang="en-US" sz="14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评委看到的是一个被探索过的面，不是拍脑袋的点。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SOUL · 灵魂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看不见的自主不可信——所以内核长了脸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6766560" cy="448056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43800" y="1783080"/>
            <a:ext cx="4160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个像素状态 ↔ 内核状态一一对应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睡觉 · think 歪头 · 升级时飞出婆婆的手机、落进女儿的手机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action-to-speak-logs：每条回执，安安当场演出来——评委不用读日志，看鸟就知道系统在干什么</a:t>
            </a:r>
            <a:endParaRPr lang="en-US" sz="14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像素包由第二个 AI agent（codex）绘制——它还对抗性 block 了我们的渲染器，附可复现缺陷报告。多智能体构建，中间隔着评审闸。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7 / 13</a:t>
            </a:r>
            <a:endParaRPr lang="en-US" sz="1000" dirty="0"/>
          </a:p>
        </p:txBody>
      </p:sp>
      <p:pic>
        <p:nvPicPr>
          <p:cNvPr id="8" name="Picture 7" descr="bird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228"/>
            <a:ext cx="6766560" cy="4115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FLESH · 血肉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个 Skill，同一条流水线，全部过闸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74066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触发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实际发生什么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greet_checkin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07:30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昨日用药/情绪+最新洞察合成双语晨候；发出即布防确认窗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companion_chat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老人语音（路由）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基于对话事实作答；每次交流都是一次心跳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relay_family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老人语音（路由）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她的话原样送达家属；她的确认由送达回执生成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med_reminder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08:00/20:00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[我吃了]=心跳信号；确认触发奖励动效；布防全天沉默网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escalate_tree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SILENCE_2 / 走树超时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警报卡，幂等按钮 [我已回电] 闭环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family_bulletin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20:05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当日报摘：用药/情绪/洞察/健康，双语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care_insight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21:00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每日提炼一条照护洞察——Day 7 明显比 Day 1 更懂她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safe_range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内核地理围栏事件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走失警报+实时位置+地图链接+[On my way]；回圈自动报平安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评分事件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鼓励式回读每次自检；确定性异常（面瘫/BPM）立刻通知监护人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502152" cy="2286000"/>
          </a:xfrm>
          <a:prstGeom prst="rect">
            <a:avLst/>
          </a:prstGeom>
          <a:solidFill>
            <a:srgbClr val="14161A"/>
          </a:solidFill>
          <a:ln/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783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LAW（实测）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选对率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D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仅 8% token 成本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B9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目录只载 name + 一行能力；全契约随 skill 携带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83880" y="4069080"/>
            <a:ext cx="3502152" cy="196596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422452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组合律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组装意图与事实；模型写每一个字。没有罐头台词；降级模式渲染带标签的数据。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· 声音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克隆的不是声音，是在场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家属先选语言，再读一段 10 秒固定文本 → 该语言的参考声纹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声纹永不跨语言复用；热加载生效；试听即证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双层语音：本地 qwen3-TTS 克隆 · 云端 ElevenLabs 三键粘性轮换，每次轮换留回执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降级阶梯的终点是诚实的静默——沉默好过跑调的中文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6035040" cy="1188720"/>
          </a:xfrm>
          <a:prstGeom prst="rect">
            <a:avLst/>
          </a:prstGeom>
          <a:solidFill>
            <a:srgbClr val="FFD97D"/>
          </a:solidFill>
          <a:ln/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5029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“她听到的不是 AI。是女儿。”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828032" cy="438912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0" y="1691640"/>
            <a:ext cx="482803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MEDIA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替换：/family 录音波形 + 试听播放截图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（最好带 elder 端出声画面）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SURFACES · 五端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五端齐活，一个心智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6309360" cy="804672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804672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190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/elder 乐龄端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屏 2 操作 · 无输入框 · 透明日志把回执讲成人话 · 走失地图一圈一个家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6309360" cy="804672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82296" cy="804672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1518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/health-lab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心率 rPPG · 活动度姿态 · 微笑对称（FAST 面瘫筛查）——CV 全在设备端，影像不出浏览器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38144"/>
            <a:ext cx="6309360" cy="804672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438144"/>
            <a:ext cx="82296" cy="804672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51129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/family 家属端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联系人/声纹录制/实时地图；陌生 Telegram 用户自动收到自己的 ID 引导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334256"/>
            <a:ext cx="6309360" cy="804672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4334256"/>
            <a:ext cx="82296" cy="804672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4074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演示台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幕剧场：每幕有场景台词、设计理由、skill 灯牌、七相位日志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230368"/>
            <a:ext cx="6309360" cy="804672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5230368"/>
            <a:ext cx="82296" cy="804672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3035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是适配器不是产品：警报/播报/走失卡/健康异常，还能聊她今天过得怎样</a:t>
            </a:r>
            <a:endParaRPr lang="en-US" sz="1300" dirty="0"/>
          </a:p>
        </p:txBody>
      </p:sp>
      <p:pic>
        <p:nvPicPr>
          <p:cNvPr id="19" name="Image 0" descr="/workspace/console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645920"/>
            <a:ext cx="4663440" cy="279806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040880" y="4572000"/>
            <a:ext cx="4663440" cy="155448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7040880" y="45720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MEDIA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替换：/elder 真机五屏滑动录屏截帧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（wander map 红圈最佳）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· 证据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我们最骄傲的时刻，是一个没有发生的决定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675120" cy="2011680"/>
          </a:xfrm>
          <a:prstGeom prst="rect">
            <a:avLst/>
          </a:prstGeom>
          <a:solidFill>
            <a:srgbClr val="14161A"/>
          </a:solidFill>
          <a:ln/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6172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· 实测回放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STALE — candidate cancelled, no external action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升级决策生成后、执行前，一条赛跑的心跳到达——候选作废，降级为轻声问候。误报不会骚扰家人。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2148840" cy="137160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977640"/>
            <a:ext cx="2148840" cy="411480"/>
          </a:xfrm>
          <a:prstGeom prst="rect">
            <a:avLst/>
          </a:prstGeom>
          <a:solidFill>
            <a:srgbClr val="1D9E6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tts.speak · notify.elder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notify.family · memory.write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3977640"/>
            <a:ext cx="2148840" cy="137160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3977640"/>
            <a:ext cx="2148840" cy="411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4480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联系邻居/改日程——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按钮就是批准闸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3977640"/>
            <a:ext cx="2148840" cy="1371600"/>
          </a:xfrm>
          <a:prstGeom prst="rect">
            <a:avLst/>
          </a:prstGeom>
          <a:solidFill>
            <a:srgbClr val="FFFDF7"/>
          </a:solidFill>
          <a:ln w="12700">
            <a:solidFill>
              <a:srgbClr val="E3DCCB"/>
            </a:solidFill>
            <a:prstDash val="solid"/>
          </a:ln>
          <a:effectLst>
            <a:outerShdw sx="100000" sy="100000" kx="0" ky="0" algn="bl" rotWithShape="0" blurRad="127000" dist="38100" dir="5400000">
              <a:srgbClr val="2D2A2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74920" y="3977640"/>
            <a:ext cx="2148840" cy="41148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永不档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4480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call.995 · medical.advice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finance.any —— 大声拒绝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5577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D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安全从不依赖模型：地理围栏/健康阈值/升级时序全是朴素代码。拿走 LLM，安全网照样开火。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52360" y="1691640"/>
            <a:ext cx="4233672" cy="448056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452360" y="1691640"/>
            <a:ext cx="4233672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MEDIA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替换：控制台七相位日志特写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（STALE 红字必须清晰）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LINEAGE · 它是怎么被建成的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一个人，一支 agent 舰队，中间是评审闸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56232"/>
            <a:ext cx="457200" cy="457200"/>
          </a:xfrm>
          <a:prstGeom prst="ellipse">
            <a:avLst/>
          </a:prstGeom>
          <a:solidFill>
            <a:srgbClr val="1D9E6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4650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自主性研究计划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篇文献 · 内核器官与认识论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50008"/>
            <a:ext cx="0" cy="292608"/>
          </a:xfrm>
          <a:prstGeom prst="line">
            <a:avLst/>
          </a:prstGeom>
          <a:noFill/>
          <a:ln w="25400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825496"/>
            <a:ext cx="457200" cy="457200"/>
          </a:xfrm>
          <a:prstGeom prst="ellipse">
            <a:avLst/>
          </a:prstGeom>
          <a:solidFill>
            <a:srgbClr val="1D9E6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71576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生产级 agent 实测法则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菜单上下文律 · 调度失败律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19272"/>
            <a:ext cx="0" cy="292608"/>
          </a:xfrm>
          <a:prstGeom prst="line">
            <a:avLst/>
          </a:prstGeom>
          <a:noFill/>
          <a:ln w="25400">
            <a:solidFill>
              <a:srgbClr val="E3DC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1D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68503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两次黑客松整体移植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KampungKaki 地图 · Synapxe 三页 CV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88536"/>
            <a:ext cx="0" cy="292608"/>
          </a:xfrm>
          <a:prstGeom prst="line">
            <a:avLst/>
          </a:prstGeom>
          <a:noFill/>
          <a:ln w="25400">
            <a:solidFill>
              <a:srgbClr val="E3DC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764024"/>
            <a:ext cx="457200" cy="457200"/>
          </a:xfrm>
          <a:prstGeom prst="ellipse">
            <a:avLst/>
          </a:prstGeom>
          <a:solidFill>
            <a:srgbClr val="1D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65429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WorkBuddy × codex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规划生成 × 像素吉祥物 × 对抗性代码评审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1691640"/>
            <a:ext cx="4462272" cy="3108960"/>
          </a:xfrm>
          <a:prstGeom prst="rect">
            <a:avLst/>
          </a:prstGeom>
          <a:solidFill>
            <a:srgbClr val="FFF7E0"/>
          </a:solidFill>
          <a:ln w="22225">
            <a:solidFill>
              <a:srgbClr val="E5484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223760" y="1691640"/>
            <a:ext cx="44622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MEDIA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替换：GitHub commit 墙录屏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WorkBuddy 构建会话截屏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983480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评分项的证据不在这一页的字里，在整个仓库的提交史里。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 AnAn · Team SyntaxError · Age Well SG — 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· 收尾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88,400 位独居老人。从‘每晚一通电话才知道’，到‘沉默 60 分钟内有人到场’。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B9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与新加坡国家计划 Age Well SG 同名同频。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B9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安安现在就活着：</a:t>
            </a:r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1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anan-iax1.onrender.com</a:t>
            </a:r>
            <a:endParaRPr lang="en-US" sz="21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D9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is an input.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5806440"/>
            <a:ext cx="10543032" cy="566928"/>
          </a:xfrm>
          <a:prstGeom prst="rect">
            <a:avLst/>
          </a:prstGeom>
          <a:solidFill>
            <a:srgbClr val="1D2026"/>
          </a:solidFill>
          <a:ln w="12700">
            <a:solidFill>
              <a:srgbClr val="2C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870448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SyntaxError · Yao Xiang · AnAn-WebLink-SyntaxError / AnAn-Deck-SyntaxError · #CodeBuddy #WorkBuddy #Miora #TencentCloudHackathon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AnAn — an AgeWell companion</dc:title>
  <dc:subject>PptxGenJS Presentation</dc:subject>
  <dc:creator>Team SyntaxError</dc:creator>
  <cp:lastModifiedBy>Team SyntaxError</cp:lastModifiedBy>
  <cp:revision>1</cp:revision>
  <dcterms:created xsi:type="dcterms:W3CDTF">2026-08-09T15:51:09Z</dcterms:created>
  <dcterms:modified xsi:type="dcterms:W3CDTF">2026-08-09T15:51:09Z</dcterms:modified>
</cp:coreProperties>
</file>